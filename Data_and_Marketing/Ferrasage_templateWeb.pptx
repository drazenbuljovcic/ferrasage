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8" y="3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ibor Buljovčić" userId="243ce3f1-a1d1-48ae-81f8-d06e97afe47f" providerId="ADAL" clId="{0C53904D-2D40-4BD9-B32F-EFA403F79370}"/>
    <pc:docChg chg="undo custSel addSld delSld modSld modMainMaster">
      <pc:chgData name="Dalibor Buljovčić" userId="243ce3f1-a1d1-48ae-81f8-d06e97afe47f" providerId="ADAL" clId="{0C53904D-2D40-4BD9-B32F-EFA403F79370}" dt="2026-01-31T14:11:46.218" v="166" actId="1076"/>
      <pc:docMkLst>
        <pc:docMk/>
      </pc:docMkLst>
      <pc:sldChg chg="addSp delSp modSp new mod setBg modClrScheme setClrOvrMap delDesignElem chgLayout">
        <pc:chgData name="Dalibor Buljovčić" userId="243ce3f1-a1d1-48ae-81f8-d06e97afe47f" providerId="ADAL" clId="{0C53904D-2D40-4BD9-B32F-EFA403F79370}" dt="2026-01-31T14:11:46.218" v="166" actId="1076"/>
        <pc:sldMkLst>
          <pc:docMk/>
          <pc:sldMk cId="4120103551" sldId="256"/>
        </pc:sldMkLst>
        <pc:spChg chg="add mod">
          <ac:chgData name="Dalibor Buljovčić" userId="243ce3f1-a1d1-48ae-81f8-d06e97afe47f" providerId="ADAL" clId="{0C53904D-2D40-4BD9-B32F-EFA403F79370}" dt="2026-01-31T14:11:46.218" v="166" actId="1076"/>
          <ac:spMkLst>
            <pc:docMk/>
            <pc:sldMk cId="4120103551" sldId="256"/>
            <ac:spMk id="4" creationId="{73DFC1AB-6168-D398-3486-06A1C918F72F}"/>
          </ac:spMkLst>
        </pc:spChg>
        <pc:spChg chg="add del">
          <ac:chgData name="Dalibor Buljovčić" userId="243ce3f1-a1d1-48ae-81f8-d06e97afe47f" providerId="ADAL" clId="{0C53904D-2D40-4BD9-B32F-EFA403F79370}" dt="2026-01-23T11:10:24.765" v="130"/>
          <ac:spMkLst>
            <pc:docMk/>
            <pc:sldMk cId="4120103551" sldId="256"/>
            <ac:spMk id="128" creationId="{4609862E-48F9-45AC-8D44-67A0268A7935}"/>
          </ac:spMkLst>
        </pc:spChg>
        <pc:grpChg chg="add del">
          <ac:chgData name="Dalibor Buljovčić" userId="243ce3f1-a1d1-48ae-81f8-d06e97afe47f" providerId="ADAL" clId="{0C53904D-2D40-4BD9-B32F-EFA403F79370}" dt="2026-01-23T11:10:24.765" v="130"/>
          <ac:grpSpMkLst>
            <pc:docMk/>
            <pc:sldMk cId="4120103551" sldId="256"/>
            <ac:grpSpMk id="129" creationId="{C97986E7-0E3C-4F64-886E-935DDCB83AA7}"/>
          </ac:grpSpMkLst>
        </pc:grpChg>
        <pc:picChg chg="add mod">
          <ac:chgData name="Dalibor Buljovčić" userId="243ce3f1-a1d1-48ae-81f8-d06e97afe47f" providerId="ADAL" clId="{0C53904D-2D40-4BD9-B32F-EFA403F79370}" dt="2026-01-31T14:11:39.872" v="165" actId="1076"/>
          <ac:picMkLst>
            <pc:docMk/>
            <pc:sldMk cId="4120103551" sldId="256"/>
            <ac:picMk id="13" creationId="{26026E5E-81E6-2100-DE0E-5B3ED934CE04}"/>
          </ac:picMkLst>
        </pc:picChg>
        <pc:cxnChg chg="add del">
          <ac:chgData name="Dalibor Buljovčić" userId="243ce3f1-a1d1-48ae-81f8-d06e97afe47f" providerId="ADAL" clId="{0C53904D-2D40-4BD9-B32F-EFA403F79370}" dt="2026-01-23T11:10:24.765" v="130"/>
          <ac:cxnSpMkLst>
            <pc:docMk/>
            <pc:sldMk cId="4120103551" sldId="256"/>
            <ac:cxnSpMk id="123" creationId="{FEB90296-CFE0-401D-9CA3-32966EC4F01D}"/>
          </ac:cxnSpMkLst>
        </pc:cxnChg>
        <pc:cxnChg chg="add del">
          <ac:chgData name="Dalibor Buljovčić" userId="243ce3f1-a1d1-48ae-81f8-d06e97afe47f" providerId="ADAL" clId="{0C53904D-2D40-4BD9-B32F-EFA403F79370}" dt="2026-01-23T11:10:24.765" v="130"/>
          <ac:cxnSpMkLst>
            <pc:docMk/>
            <pc:sldMk cId="4120103551" sldId="256"/>
            <ac:cxnSpMk id="124" creationId="{08C9B4EE-7611-4ED9-B356-7BDD377C39B0}"/>
          </ac:cxnSpMkLst>
        </pc:cxnChg>
        <pc:cxnChg chg="add del">
          <ac:chgData name="Dalibor Buljovčić" userId="243ce3f1-a1d1-48ae-81f8-d06e97afe47f" providerId="ADAL" clId="{0C53904D-2D40-4BD9-B32F-EFA403F79370}" dt="2026-01-23T11:10:24.765" v="130"/>
          <ac:cxnSpMkLst>
            <pc:docMk/>
            <pc:sldMk cId="4120103551" sldId="256"/>
            <ac:cxnSpMk id="125" creationId="{4A4F266A-F2F7-47CD-8BBC-E3777E982FD2}"/>
          </ac:cxnSpMkLst>
        </pc:cxnChg>
        <pc:cxnChg chg="add del">
          <ac:chgData name="Dalibor Buljovčić" userId="243ce3f1-a1d1-48ae-81f8-d06e97afe47f" providerId="ADAL" clId="{0C53904D-2D40-4BD9-B32F-EFA403F79370}" dt="2026-01-23T11:10:24.765" v="130"/>
          <ac:cxnSpMkLst>
            <pc:docMk/>
            <pc:sldMk cId="4120103551" sldId="256"/>
            <ac:cxnSpMk id="126" creationId="{20D69C80-8919-4A32-B897-F2A21F940574}"/>
          </ac:cxnSpMkLst>
        </pc:cxnChg>
        <pc:cxnChg chg="add del">
          <ac:chgData name="Dalibor Buljovčić" userId="243ce3f1-a1d1-48ae-81f8-d06e97afe47f" providerId="ADAL" clId="{0C53904D-2D40-4BD9-B32F-EFA403F79370}" dt="2026-01-23T11:10:24.765" v="130"/>
          <ac:cxnSpMkLst>
            <pc:docMk/>
            <pc:sldMk cId="4120103551" sldId="256"/>
            <ac:cxnSpMk id="127" creationId="{F427B072-CC5B-481B-9719-8CD4C54444BE}"/>
          </ac:cxnSpMkLst>
        </pc:cxnChg>
      </pc:sldChg>
      <pc:sldMasterChg chg="setBg">
        <pc:chgData name="Dalibor Buljovčić" userId="243ce3f1-a1d1-48ae-81f8-d06e97afe47f" providerId="ADAL" clId="{0C53904D-2D40-4BD9-B32F-EFA403F79370}" dt="2026-01-23T10:15:31.049" v="101"/>
        <pc:sldMasterMkLst>
          <pc:docMk/>
          <pc:sldMasterMk cId="1733014279" sldId="2147483942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00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49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6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7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7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0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77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33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9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0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33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0264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47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3032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09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57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2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2A12F53-9470-4BFC-A209-1F2E2C6920D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301A311-DEC9-4A62-B638-B15C7F53B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14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  <p:sldLayoutId id="2147483956" r:id="rId14"/>
    <p:sldLayoutId id="2147483957" r:id="rId15"/>
    <p:sldLayoutId id="2147483958" r:id="rId16"/>
    <p:sldLayoutId id="21474839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97986E7-0E3C-4F64-886E-935DDCB83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73033" y="1420238"/>
            <a:ext cx="4415786" cy="4751961"/>
            <a:chOff x="9206969" y="2963333"/>
            <a:chExt cx="2981858" cy="3208867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903D17F-F79E-40E5-9563-A1CFFCC06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A5D5775-627F-4588-82B3-905EDF231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D7F2A20-5DE4-4BC0-91EA-5FFE33A4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D536BA0-56C7-429C-B41E-B5724F0CD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F15726F-71BE-4007-B9B6-0A1AA0D52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3DFC1AB-6168-D398-3486-06A1C918F72F}"/>
              </a:ext>
            </a:extLst>
          </p:cNvPr>
          <p:cNvSpPr txBox="1"/>
          <p:nvPr/>
        </p:nvSpPr>
        <p:spPr>
          <a:xfrm>
            <a:off x="3420427" y="853882"/>
            <a:ext cx="8340409" cy="31287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9600" cap="all" dirty="0">
                <a:ln w="3175" cmpd="sng">
                  <a:noFill/>
                </a:ln>
                <a:latin typeface="Montserrat SemiBold" pitchFamily="2" charset="-18"/>
                <a:ea typeface="+mj-ea"/>
                <a:cs typeface="+mj-cs"/>
              </a:rPr>
              <a:t>FERRASAGE</a:t>
            </a:r>
            <a:endParaRPr lang="en-US" sz="19900" cap="all" dirty="0">
              <a:ln w="3175" cmpd="sng">
                <a:noFill/>
              </a:ln>
              <a:latin typeface="Montserrat SemiBold" pitchFamily="2" charset="-18"/>
              <a:ea typeface="+mj-ea"/>
              <a:cs typeface="+mj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026E5E-81E6-2100-DE0E-5B3ED934C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879" y="2050476"/>
            <a:ext cx="2402516" cy="240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0355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Custom 9">
      <a:dk1>
        <a:srgbClr val="0F172B"/>
      </a:dk1>
      <a:lt1>
        <a:srgbClr val="90A161"/>
      </a:lt1>
      <a:dk2>
        <a:srgbClr val="151F33"/>
      </a:dk2>
      <a:lt2>
        <a:srgbClr val="839EBE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Century Gothic</vt:lpstr>
      <vt:lpstr>Montserrat SemiBold</vt:lpstr>
      <vt:lpstr>Wingdings 3</vt:lpstr>
      <vt:lpstr>Slice</vt:lpstr>
      <vt:lpstr>PowerPoint Presentation</vt:lpstr>
    </vt:vector>
  </TitlesOfParts>
  <Company>Grundfos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Dalibor Buljovčić</dc:creator>
  <cp:lastModifiedBy>Dalibor Buljovčić</cp:lastModifiedBy>
  <cp:revision>1</cp:revision>
  <dcterms:created xsi:type="dcterms:W3CDTF">2026-01-23T08:41:44Z</dcterms:created>
  <dcterms:modified xsi:type="dcterms:W3CDTF">2026-01-31T14:11:50Z</dcterms:modified>
</cp:coreProperties>
</file>